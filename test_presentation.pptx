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slides from your ideas</a:t>
            </a:r>
          </a:p>
          <a:p>
            <a:r>
              <a:t>Add titles, bullet points, and more</a:t>
            </a:r>
          </a:p>
          <a:p>
            <a:r>
              <a:t>Export as .pptx → import to Google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Ready to Build Your Presentation!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Just tell me what you want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