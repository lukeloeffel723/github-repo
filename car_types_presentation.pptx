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7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9144000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046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Types of Cars &amp; Their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D700"/>
                </a:solidFill>
                <a:latin typeface="Calibri"/>
              </a:rPr>
              <a:t>A guide to choosing the right vehicle for you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3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Sedans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900">
                <a:solidFill>
                  <a:srgbClr val="1A1A1A"/>
                </a:solidFill>
                <a:latin typeface="Calibri"/>
              </a:rPr>
              <a:t>  •  Smooth, comfortable ride for daily commuting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1A1A1A"/>
                </a:solidFill>
                <a:latin typeface="Calibri"/>
              </a:rPr>
              <a:t>  •  Excellent fuel efficiency — lower running costs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1A1A1A"/>
                </a:solidFill>
                <a:latin typeface="Calibri"/>
              </a:rPr>
              <a:t>  •  Easy to park in urban environments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1A1A1A"/>
                </a:solidFill>
                <a:latin typeface="Calibri"/>
              </a:rPr>
              <a:t>  •  Typically lower purchase price vs. SUVs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1A1A1A"/>
                </a:solidFill>
                <a:latin typeface="Calibri"/>
              </a:rPr>
              <a:t>  •  Wide model variety: compact, mid-size, full-size</a:t>
            </a:r>
          </a:p>
          <a:p>
            <a:pPr>
              <a:spcBef>
                <a:spcPts val="600"/>
              </a:spcBef>
            </a:pPr>
            <a:r>
              <a:rPr sz="1900" b="1">
                <a:solidFill>
                  <a:srgbClr val="3366CC"/>
                </a:solidFill>
                <a:latin typeface="Calibri"/>
              </a:rPr>
              <a:t>  •  Best for: commuters, families, budget-conscious drivers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SUVs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900">
                <a:solidFill>
                  <a:srgbClr val="1A1A1A"/>
                </a:solidFill>
                <a:latin typeface="Calibri"/>
              </a:rPr>
              <a:t>  •  Higher seating position with better road visibility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1A1A1A"/>
                </a:solidFill>
                <a:latin typeface="Calibri"/>
              </a:rPr>
              <a:t>  •  Spacious interior — ideal for families and cargo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1A1A1A"/>
                </a:solidFill>
                <a:latin typeface="Calibri"/>
              </a:rPr>
              <a:t>  •  Available in AWD/4WD for off-road capability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1A1A1A"/>
                </a:solidFill>
                <a:latin typeface="Calibri"/>
              </a:rPr>
              <a:t>  •  Strong towing capacity for trailers and boats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1A1A1A"/>
                </a:solidFill>
                <a:latin typeface="Calibri"/>
              </a:rPr>
              <a:t>  •  Enhanced safety with larger crumple zones</a:t>
            </a:r>
          </a:p>
          <a:p>
            <a:pPr>
              <a:spcBef>
                <a:spcPts val="600"/>
              </a:spcBef>
            </a:pPr>
            <a:r>
              <a:rPr sz="1900" b="1">
                <a:solidFill>
                  <a:srgbClr val="1E8A44"/>
                </a:solidFill>
                <a:latin typeface="Calibri"/>
              </a:rPr>
              <a:t>  •  Best for: families, adventurers, outdoor enthusiasts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BF5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Pickup Trucks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900">
                <a:solidFill>
                  <a:srgbClr val="1A1A1A"/>
                </a:solidFill>
                <a:latin typeface="Calibri"/>
              </a:rPr>
              <a:t>  •  High towing and payload capacity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1A1A1A"/>
                </a:solidFill>
                <a:latin typeface="Calibri"/>
              </a:rPr>
              <a:t>  •  Versatile bed for hauling equipment and materials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1A1A1A"/>
                </a:solidFill>
                <a:latin typeface="Calibri"/>
              </a:rPr>
              <a:t>  •  Rugged 4WD systems for tough terrain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1A1A1A"/>
                </a:solidFill>
                <a:latin typeface="Calibri"/>
              </a:rPr>
              <a:t>  •  Durable build suited for work and commercial use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1A1A1A"/>
                </a:solidFill>
                <a:latin typeface="Calibri"/>
              </a:rPr>
              <a:t>  •  Modern trucks offer car-like comfort and tech features</a:t>
            </a:r>
          </a:p>
          <a:p>
            <a:pPr>
              <a:spcBef>
                <a:spcPts val="600"/>
              </a:spcBef>
            </a:pPr>
            <a:r>
              <a:rPr sz="1900" b="1">
                <a:solidFill>
                  <a:srgbClr val="BF5A0E"/>
                </a:solidFill>
                <a:latin typeface="Calibri"/>
              </a:rPr>
              <a:t>  •  Best for: contractors, farmers, towing, off-road driving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99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Electric Vehicles (EVs)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900">
                <a:solidFill>
                  <a:srgbClr val="1A1A1A"/>
                </a:solidFill>
                <a:latin typeface="Calibri"/>
              </a:rPr>
              <a:t>  •  Zero tailpipe emissions — better for the environment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1A1A1A"/>
                </a:solidFill>
                <a:latin typeface="Calibri"/>
              </a:rPr>
              <a:t>  •  Very low fuel cost (electricity vs. gasoline)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1A1A1A"/>
                </a:solidFill>
                <a:latin typeface="Calibri"/>
              </a:rPr>
              <a:t>  •  Minimal maintenance — no oil changes needed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1A1A1A"/>
                </a:solidFill>
                <a:latin typeface="Calibri"/>
              </a:rPr>
              <a:t>  •  Instant torque for responsive acceleration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1A1A1A"/>
                </a:solidFill>
                <a:latin typeface="Calibri"/>
              </a:rPr>
              <a:t>  •  Eligible for government tax credits and incentives</a:t>
            </a:r>
          </a:p>
          <a:p>
            <a:pPr>
              <a:spcBef>
                <a:spcPts val="600"/>
              </a:spcBef>
            </a:pPr>
            <a:r>
              <a:rPr sz="1900" b="1">
                <a:solidFill>
                  <a:srgbClr val="009988"/>
                </a:solidFill>
                <a:latin typeface="Calibri"/>
              </a:rPr>
              <a:t>  •  Best for: eco-conscious drivers, city commuters, tech enthusiasts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4CA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Hybrid Vehicles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900">
                <a:solidFill>
                  <a:srgbClr val="1A1A1A"/>
                </a:solidFill>
                <a:latin typeface="Calibri"/>
              </a:rPr>
              <a:t>  •  Combines a gasoline engine with an electric motor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1A1A1A"/>
                </a:solidFill>
                <a:latin typeface="Calibri"/>
              </a:rPr>
              <a:t>  •  Significantly improved fuel economy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1A1A1A"/>
                </a:solidFill>
                <a:latin typeface="Calibri"/>
              </a:rPr>
              <a:t>  •  Reduced emissions compared to traditional cars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1A1A1A"/>
                </a:solidFill>
                <a:latin typeface="Calibri"/>
              </a:rPr>
              <a:t>  •  No range anxiety — gas engine acts as backup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1A1A1A"/>
                </a:solidFill>
                <a:latin typeface="Calibri"/>
              </a:rPr>
              <a:t>  •  Regenerative braking extends brake life</a:t>
            </a:r>
          </a:p>
          <a:p>
            <a:pPr>
              <a:spcBef>
                <a:spcPts val="600"/>
              </a:spcBef>
            </a:pPr>
            <a:r>
              <a:rPr sz="1900" b="1">
                <a:solidFill>
                  <a:srgbClr val="4CAF1A"/>
                </a:solidFill>
                <a:latin typeface="Calibri"/>
              </a:rPr>
              <a:t>  •  Best for: long-distance drivers wanting eco benefits without full EV commitment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C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Sports Cars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900">
                <a:solidFill>
                  <a:srgbClr val="1A1A1A"/>
                </a:solidFill>
                <a:latin typeface="Calibri"/>
              </a:rPr>
              <a:t>  •  High-performance engines for thrilling acceleration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1A1A1A"/>
                </a:solidFill>
                <a:latin typeface="Calibri"/>
              </a:rPr>
              <a:t>  •  Precise, responsive handling and steering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1A1A1A"/>
                </a:solidFill>
                <a:latin typeface="Calibri"/>
              </a:rPr>
              <a:t>  •  Aerodynamic design for stability at high speeds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1A1A1A"/>
                </a:solidFill>
                <a:latin typeface="Calibri"/>
              </a:rPr>
              <a:t>  •  Advanced braking systems (Brembo, carbon-ceramic)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1A1A1A"/>
                </a:solidFill>
                <a:latin typeface="Calibri"/>
              </a:rPr>
              <a:t>  •  Iconic styling and prestige</a:t>
            </a:r>
          </a:p>
          <a:p>
            <a:pPr>
              <a:spcBef>
                <a:spcPts val="600"/>
              </a:spcBef>
            </a:pPr>
            <a:r>
              <a:rPr sz="1900" b="1">
                <a:solidFill>
                  <a:srgbClr val="CC1A1A"/>
                </a:solidFill>
                <a:latin typeface="Calibri"/>
              </a:rPr>
              <a:t>  •  Best for: driving enthusiasts, weekend drivers, motorsport fans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Minivans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900">
                <a:solidFill>
                  <a:srgbClr val="1A1A1A"/>
                </a:solidFill>
                <a:latin typeface="Calibri"/>
              </a:rPr>
              <a:t>  •  Maximum passenger capacity (7–8 seats)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1A1A1A"/>
                </a:solidFill>
                <a:latin typeface="Calibri"/>
              </a:rPr>
              <a:t>  •  Sliding rear doors for safe, easy entry and exit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1A1A1A"/>
                </a:solidFill>
                <a:latin typeface="Calibri"/>
              </a:rPr>
              <a:t>  •  Flat-folding seats for flexible cargo space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1A1A1A"/>
                </a:solidFill>
                <a:latin typeface="Calibri"/>
              </a:rPr>
              <a:t>  •  Family-focused features: entertainment screens, USB ports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1A1A1A"/>
                </a:solidFill>
                <a:latin typeface="Calibri"/>
              </a:rPr>
              <a:t>  •  Smooth, quiet ride for long road trips</a:t>
            </a:r>
          </a:p>
          <a:p>
            <a:pPr>
              <a:spcBef>
                <a:spcPts val="600"/>
              </a:spcBef>
            </a:pPr>
            <a:r>
              <a:rPr sz="1900" b="1">
                <a:solidFill>
                  <a:srgbClr val="7B2FBE"/>
                </a:solidFill>
                <a:latin typeface="Calibri"/>
              </a:rPr>
              <a:t>  •  Best for: large families, carpooling, road trip enthusiasts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A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Luxury Vehicles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900">
                <a:solidFill>
                  <a:srgbClr val="1A1A1A"/>
                </a:solidFill>
                <a:latin typeface="Calibri"/>
              </a:rPr>
              <a:t>  •  Premium materials: leather, wood trim, soft-touch surfaces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1A1A1A"/>
                </a:solidFill>
                <a:latin typeface="Calibri"/>
              </a:rPr>
              <a:t>  •  Advanced driver-assistance systems (ADAS)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1A1A1A"/>
                </a:solidFill>
                <a:latin typeface="Calibri"/>
              </a:rPr>
              <a:t>  •  Superior noise insulation for a quieter cabin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1A1A1A"/>
                </a:solidFill>
                <a:latin typeface="Calibri"/>
              </a:rPr>
              <a:t>  •  Cutting-edge infotainment and connectivity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1A1A1A"/>
                </a:solidFill>
                <a:latin typeface="Calibri"/>
              </a:rPr>
              <a:t>  •  Enhanced ride comfort with adaptive suspension</a:t>
            </a:r>
          </a:p>
          <a:p>
            <a:pPr>
              <a:spcBef>
                <a:spcPts val="600"/>
              </a:spcBef>
            </a:pPr>
            <a:r>
              <a:rPr sz="1900" b="1">
                <a:solidFill>
                  <a:srgbClr val="A07C10"/>
                </a:solidFill>
                <a:latin typeface="Calibri"/>
              </a:rPr>
              <a:t>  •  Best for: business professionals, comfort seekers, technology enthusiasts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7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274E"/>
                </a:solidFill>
                <a:latin typeface="Calibri"/>
              </a:rPr>
              <a:t>Summary: Choosing the Right Car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52144"/>
            <a:ext cx="8595360" cy="603504"/>
          </a:xfrm>
          <a:prstGeom prst="rect">
            <a:avLst/>
          </a:prstGeom>
          <a:solidFill>
            <a:srgbClr val="1E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023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D700"/>
                </a:solidFill>
                <a:latin typeface="Calibri"/>
              </a:rPr>
              <a:t>Sedan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188720"/>
            <a:ext cx="42062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Efficiency &amp; affordability for daily driving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92224"/>
            <a:ext cx="4023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D700"/>
                </a:solidFill>
                <a:latin typeface="Calibri"/>
              </a:rPr>
              <a:t>SUV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792224"/>
            <a:ext cx="42062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Space, safety &amp; versatility for families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359152"/>
            <a:ext cx="8595360" cy="603504"/>
          </a:xfrm>
          <a:prstGeom prst="rect">
            <a:avLst/>
          </a:prstGeom>
          <a:solidFill>
            <a:srgbClr val="1E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395728"/>
            <a:ext cx="4023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D700"/>
                </a:solidFill>
                <a:latin typeface="Calibri"/>
              </a:rPr>
              <a:t>Pickup Truck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395728"/>
            <a:ext cx="42062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Power &amp; utility for work and adventure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99232"/>
            <a:ext cx="4023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D700"/>
                </a:solidFill>
                <a:latin typeface="Calibri"/>
              </a:rPr>
              <a:t>EV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999232"/>
            <a:ext cx="42062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Eco-friendly, low-cost, high-tech driving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566160"/>
            <a:ext cx="8595360" cy="603504"/>
          </a:xfrm>
          <a:prstGeom prst="rect">
            <a:avLst/>
          </a:prstGeom>
          <a:solidFill>
            <a:srgbClr val="1E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602736"/>
            <a:ext cx="4023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D700"/>
                </a:solidFill>
                <a:latin typeface="Calibri"/>
              </a:rPr>
              <a:t>Hybrid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602736"/>
            <a:ext cx="42062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Fuel savings without range anxiety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06240"/>
            <a:ext cx="4023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D700"/>
                </a:solidFill>
                <a:latin typeface="Calibri"/>
              </a:rPr>
              <a:t>Sports Car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206240"/>
            <a:ext cx="42062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Performance &amp; excitement on the road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773168"/>
            <a:ext cx="8595360" cy="603504"/>
          </a:xfrm>
          <a:prstGeom prst="rect">
            <a:avLst/>
          </a:prstGeom>
          <a:solidFill>
            <a:srgbClr val="1E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809744"/>
            <a:ext cx="4023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D700"/>
                </a:solidFill>
                <a:latin typeface="Calibri"/>
              </a:rPr>
              <a:t>Minivan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4809744"/>
            <a:ext cx="42062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Comfort &amp; space for large families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413248"/>
            <a:ext cx="4023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D700"/>
                </a:solidFill>
                <a:latin typeface="Calibri"/>
              </a:rPr>
              <a:t>Luxury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5413248"/>
            <a:ext cx="42062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Premium comfort, technology &amp; prestige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